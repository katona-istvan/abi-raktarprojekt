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D429719-F3CD-F0C7-B331-FD845F6958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EE5AB6F3-1CB8-18EB-0F6F-6F7082C395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18EB2ED-36A4-C1E2-B021-481C3D198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4E4F3-EDD2-4F50-B52D-A333399273E4}" type="datetimeFigureOut">
              <a:rPr lang="hu-HU" smtClean="0"/>
              <a:t>2026. 04. 25.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E17306E-3C43-0DD1-4D65-E9700809D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2036005-EEBE-6E6F-4E3B-7864F60BD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1C006-D2EE-481B-96BA-87B013892C8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1317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55017DD-76DD-2D08-73F9-E169EF84D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C3B8A8C-91B8-952A-BE04-53BBBC43A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577D5AD-4269-F796-6AB3-EF97F67F6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4E4F3-EDD2-4F50-B52D-A333399273E4}" type="datetimeFigureOut">
              <a:rPr lang="hu-HU" smtClean="0"/>
              <a:t>2026. 04. 25.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3A719B3-9480-9B13-6D4F-ADB079F4D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85E5CA4-962C-7801-7334-9F79BBF8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1C006-D2EE-481B-96BA-87B013892C8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99743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76CFCCA-CF95-A9B6-0E25-51A558E6A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D4881BBE-5898-E7C3-03F0-21772CEE43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F8449D7-E233-2A6E-9635-177F3EF05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4E4F3-EDD2-4F50-B52D-A333399273E4}" type="datetimeFigureOut">
              <a:rPr lang="hu-HU" smtClean="0"/>
              <a:t>2026. 04. 25.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1BFF2E0-BFEA-F489-9B9D-BA2F1B03B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A31B33D-2A0D-08BD-486E-E1CAC422B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1C006-D2EE-481B-96BA-87B013892C8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88511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9B20E43-DFAD-7049-9D39-DD724FC3D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FF5F2AE-2ADD-70F1-F8C4-22A955879B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C7414893-E245-9EFC-D9EC-8B4691CC26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0C77537C-162C-3377-3B20-3262A47B1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4E4F3-EDD2-4F50-B52D-A333399273E4}" type="datetimeFigureOut">
              <a:rPr lang="hu-HU" smtClean="0"/>
              <a:t>2026. 04. 25.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571C8233-B9F3-F113-4366-07FEFB679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9ED0C11C-00E3-3FF6-3439-50C2D2167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1C006-D2EE-481B-96BA-87B013892C8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64416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80BBB59-5D68-E177-07AD-E4F2970CE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48C78F6E-5C0E-F0D7-C4B9-23DE33C986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F5ECDA1F-2150-8585-2A06-3FFE4A3215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29CF2339-0A2C-AC81-7D41-35F382EF2A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77459106-3740-4FC8-7F13-39E47E9E83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CCED6392-3BA2-EBD4-C477-3A685C653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4E4F3-EDD2-4F50-B52D-A333399273E4}" type="datetimeFigureOut">
              <a:rPr lang="hu-HU" smtClean="0"/>
              <a:t>2026. 04. 25.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866506FC-504F-A23F-18BE-FB6B695AB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E25A002F-085F-B5BD-6DA3-9073FAF3E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1C006-D2EE-481B-96BA-87B013892C8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08281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7212EC7-50E0-6BDE-06CC-46871012D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2538D75D-E09C-2092-4E78-8B1F6262D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4E4F3-EDD2-4F50-B52D-A333399273E4}" type="datetimeFigureOut">
              <a:rPr lang="hu-HU" smtClean="0"/>
              <a:t>2026. 04. 25.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8E9913E6-FDAB-AB53-58B0-E2448ECD6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74112EE5-ADE2-7D5D-54B4-FFD13E2F7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1C006-D2EE-481B-96BA-87B013892C8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46499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BDD00A02-F1C1-A430-F7B0-E6BA12E92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4E4F3-EDD2-4F50-B52D-A333399273E4}" type="datetimeFigureOut">
              <a:rPr lang="hu-HU" smtClean="0"/>
              <a:t>2026. 04. 25.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81553269-01B8-8235-6A74-9B9C7FB54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EE1EF93F-CF6F-A926-637A-21FCB4616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1C006-D2EE-481B-96BA-87B013892C8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38810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F562732-8809-C361-A36B-CF2EAD9AD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12CD663-55E4-9B16-05D9-FCBC15B29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9A3437DA-5BAB-0F51-8963-18359B7952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C8A45978-9F58-5F64-024E-6DF123244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4E4F3-EDD2-4F50-B52D-A333399273E4}" type="datetimeFigureOut">
              <a:rPr lang="hu-HU" smtClean="0"/>
              <a:t>2026. 04. 25.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7EA58E51-AE10-2E06-C2DE-FB267F377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501B9619-DA46-1B89-769A-9AFD016C8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1C006-D2EE-481B-96BA-87B013892C8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97414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86FE51D-69B8-F3A9-1689-2A4FF2D66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2E646540-DB9A-F4AE-5108-DE9210A56B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840C9D48-9607-EAD4-25A1-2748540829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14EDEE11-1837-ABB1-BD5A-8A0961D5B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4E4F3-EDD2-4F50-B52D-A333399273E4}" type="datetimeFigureOut">
              <a:rPr lang="hu-HU" smtClean="0"/>
              <a:t>2026. 04. 25.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A2A6BCDD-0FEC-2363-FFC8-433A79F91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04C37E17-4305-3759-BFBF-5912079BC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1C006-D2EE-481B-96BA-87B013892C8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02533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51139EE-E3E1-6ACC-98C3-798AB69A5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14DE293A-9A80-2322-FF98-A758539F53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65DD727-D2A3-B104-5D08-B4F1BDBA9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4E4F3-EDD2-4F50-B52D-A333399273E4}" type="datetimeFigureOut">
              <a:rPr lang="hu-HU" smtClean="0"/>
              <a:t>2026. 04. 25.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0E64CC5-5312-9848-CFDB-9050F8C16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26402A3-90B2-9168-3278-DA4866E52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1C006-D2EE-481B-96BA-87B013892C8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1696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89471B81-4450-9858-80AD-4A3E4EDE3F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148A0617-F4E1-D90C-ABE0-2BBD8369DA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3774E4E-22E1-3B8A-09C2-11B2C709B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4E4F3-EDD2-4F50-B52D-A333399273E4}" type="datetimeFigureOut">
              <a:rPr lang="hu-HU" smtClean="0"/>
              <a:t>2026. 04. 25.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409CB3E-2907-FA2E-55AF-9BEE7131D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5689A39-4B79-24B1-18D2-32A02D20A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1C006-D2EE-481B-96BA-87B013892C8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07292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9BC1E1B8-7DEF-47EB-086F-503D4F7B7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B4000163-69C4-70DB-07C9-D12AE3AA9E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A94EA29-FEA4-03EA-9871-4D274E8EB2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24E4F3-EDD2-4F50-B52D-A333399273E4}" type="datetimeFigureOut">
              <a:rPr lang="hu-HU" smtClean="0"/>
              <a:t>2026. 04. 25.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62ADD4D-B755-A3B9-557F-4758E3C223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7D40C3F-11E4-3512-43C9-B55DB31558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11C006-D2EE-481B-96BA-87B013892C8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06487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8DD6B16-4435-8D8C-5572-083964CCBE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ABI Raktár Projekt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13853B81-34F3-D982-7AB9-C7DE31D26C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333488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CD1728E-1848-34A7-41C7-21A23F3CA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5" name="Tartalom helye 4" descr="A képen szöveg, diagram, képernyőkép, sor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E85270F1-EDE5-4710-94EB-3D427DCEA8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3413826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5B509BF-62A1-2F63-BB09-E19979C12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5" name="Tartalom helye 4" descr="A képen szöveg, képernyőkép, Betűtípus, szám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C93CBF26-8894-360B-D535-D33DAA4B8A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919482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51C091A-E7F1-4D9E-0C82-327AA984F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5" name="Tartalom helye 4" descr="A képen szöveg, képernyőkép, szoftver, Operációs rendszer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AFAB4913-05AF-CAB6-4549-EB9121C836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503" y="1825625"/>
            <a:ext cx="3778993" cy="4351338"/>
          </a:xfrm>
        </p:spPr>
      </p:pic>
    </p:spTree>
    <p:extLst>
      <p:ext uri="{BB962C8B-B14F-4D97-AF65-F5344CB8AC3E}">
        <p14:creationId xmlns:p14="http://schemas.microsoft.com/office/powerpoint/2010/main" val="4231398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8FA53A5-EF94-C140-F000-58DD22AF3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5" name="Tartalom helye 4" descr="A képen szöveg, képernyőkép, szoftver, Multimédiás szoftver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AAFCE189-7736-C97D-BE44-A85D0F5B0A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338" y="1825625"/>
            <a:ext cx="4571324" cy="4351338"/>
          </a:xfrm>
        </p:spPr>
      </p:pic>
    </p:spTree>
    <p:extLst>
      <p:ext uri="{BB962C8B-B14F-4D97-AF65-F5344CB8AC3E}">
        <p14:creationId xmlns:p14="http://schemas.microsoft.com/office/powerpoint/2010/main" val="196110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D640734-F802-EAFA-BC00-8FDDD3674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5" name="Tartalom helye 4" descr="A képen szöveg, szoftver, képernyőkép, Multimédiás szoftver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51B93281-F8F4-49CD-BE18-067FC6E75B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0287" y="1825625"/>
            <a:ext cx="8251426" cy="4351338"/>
          </a:xfrm>
        </p:spPr>
      </p:pic>
    </p:spTree>
    <p:extLst>
      <p:ext uri="{BB962C8B-B14F-4D97-AF65-F5344CB8AC3E}">
        <p14:creationId xmlns:p14="http://schemas.microsoft.com/office/powerpoint/2010/main" val="334510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C569A81-51F0-F9DB-B2AE-65A80B799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5" name="Tartalom helye 4" descr="A képen szöveg, szoftver, képernyőkép, Multimédiás szoftver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98F858F8-0354-9491-CB3F-E14D4C46EA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2633" y="1825625"/>
            <a:ext cx="8266734" cy="4351338"/>
          </a:xfrm>
        </p:spPr>
      </p:pic>
    </p:spTree>
    <p:extLst>
      <p:ext uri="{BB962C8B-B14F-4D97-AF65-F5344CB8AC3E}">
        <p14:creationId xmlns:p14="http://schemas.microsoft.com/office/powerpoint/2010/main" val="1087905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4D7D3DA-65E8-F115-A507-D16CEC7C5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5" name="Tartalom helye 4" descr="A képen szöveg, képernyőkép, szoftver, Multimédiás szoftver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0BD36583-1CFF-294F-0A7A-32AEAA6F1C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7913" y="1825625"/>
            <a:ext cx="8236173" cy="4351338"/>
          </a:xfrm>
        </p:spPr>
      </p:pic>
    </p:spTree>
    <p:extLst>
      <p:ext uri="{BB962C8B-B14F-4D97-AF65-F5344CB8AC3E}">
        <p14:creationId xmlns:p14="http://schemas.microsoft.com/office/powerpoint/2010/main" val="566301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00FAFA0-EB7E-4041-E070-CF117820A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5" name="Tartalom helye 4" descr="A képen szöveg, szoftver, képernyőkép, Multimédiás szoftver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C9531930-2D43-C77D-F1DA-044E9ACD25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8795" y="1825625"/>
            <a:ext cx="8274410" cy="4351338"/>
          </a:xfrm>
        </p:spPr>
      </p:pic>
    </p:spTree>
    <p:extLst>
      <p:ext uri="{BB962C8B-B14F-4D97-AF65-F5344CB8AC3E}">
        <p14:creationId xmlns:p14="http://schemas.microsoft.com/office/powerpoint/2010/main" val="1523218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41963B3-9D8A-D3B2-817C-D8F86A679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5" name="Tartalom helye 4" descr="A képen szöveg, képernyőkép, szoftver, Multimédiás szoftver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DCB19C34-0230-FF5D-EFFD-C09B8C69FC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1987" y="1825625"/>
            <a:ext cx="5808025" cy="4351338"/>
          </a:xfrm>
        </p:spPr>
      </p:pic>
    </p:spTree>
    <p:extLst>
      <p:ext uri="{BB962C8B-B14F-4D97-AF65-F5344CB8AC3E}">
        <p14:creationId xmlns:p14="http://schemas.microsoft.com/office/powerpoint/2010/main" val="23931788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23E117C-C357-1EC2-4439-16A76DCAC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5" name="Tartalom helye 4" descr="A képen szöveg, képernyőkép, szoftver, Multimédiás szoftver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9803C84E-4658-E6AA-D22C-64A49CA694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0287" y="1825625"/>
            <a:ext cx="8251426" cy="4351338"/>
          </a:xfrm>
        </p:spPr>
      </p:pic>
    </p:spTree>
    <p:extLst>
      <p:ext uri="{BB962C8B-B14F-4D97-AF65-F5344CB8AC3E}">
        <p14:creationId xmlns:p14="http://schemas.microsoft.com/office/powerpoint/2010/main" val="22886511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</Words>
  <Application>Microsoft Office PowerPoint</Application>
  <PresentationFormat>Szélesvásznú</PresentationFormat>
  <Paragraphs>1</Paragraphs>
  <Slides>11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Office-téma</vt:lpstr>
      <vt:lpstr>ABI Raktár Projekt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István Katona</dc:creator>
  <cp:lastModifiedBy>István Katona</cp:lastModifiedBy>
  <cp:revision>1</cp:revision>
  <dcterms:created xsi:type="dcterms:W3CDTF">2026-04-25T18:33:38Z</dcterms:created>
  <dcterms:modified xsi:type="dcterms:W3CDTF">2026-04-25T18:37:49Z</dcterms:modified>
</cp:coreProperties>
</file>